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58"/>
    <p:restoredTop sz="94652"/>
  </p:normalViewPr>
  <p:slideViewPr>
    <p:cSldViewPr snapToGrid="0">
      <p:cViewPr varScale="1">
        <p:scale>
          <a:sx n="88" d="100"/>
          <a:sy n="88" d="100"/>
        </p:scale>
        <p:origin x="17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CD25866-F15D-40A4-AEC5-47C044637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7" name="Freeform 11">
              <a:extLst>
                <a:ext uri="{FF2B5EF4-FFF2-40B4-BE49-F238E27FC236}">
                  <a16:creationId xmlns:a16="http://schemas.microsoft.com/office/drawing/2014/main" id="{DCB8E995-36E8-40B6-82D4-F52DE2987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2">
              <a:extLst>
                <a:ext uri="{FF2B5EF4-FFF2-40B4-BE49-F238E27FC236}">
                  <a16:creationId xmlns:a16="http://schemas.microsoft.com/office/drawing/2014/main" id="{DF54AEB5-68B5-46AE-B8F0-EEBE5DFED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3">
              <a:extLst>
                <a:ext uri="{FF2B5EF4-FFF2-40B4-BE49-F238E27FC236}">
                  <a16:creationId xmlns:a16="http://schemas.microsoft.com/office/drawing/2014/main" id="{E3F708CB-F094-4EE7-8AD5-A462F1DF8B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4">
              <a:extLst>
                <a:ext uri="{FF2B5EF4-FFF2-40B4-BE49-F238E27FC236}">
                  <a16:creationId xmlns:a16="http://schemas.microsoft.com/office/drawing/2014/main" id="{ECFCFB22-E8B5-4FAC-A354-E7E0CE6F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5">
              <a:extLst>
                <a:ext uri="{FF2B5EF4-FFF2-40B4-BE49-F238E27FC236}">
                  <a16:creationId xmlns:a16="http://schemas.microsoft.com/office/drawing/2014/main" id="{ED1DB3B4-A6DC-476F-986E-DF361EE84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6">
              <a:extLst>
                <a:ext uri="{FF2B5EF4-FFF2-40B4-BE49-F238E27FC236}">
                  <a16:creationId xmlns:a16="http://schemas.microsoft.com/office/drawing/2014/main" id="{4EE13DFA-3489-4DE6-9154-34D9CB400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7">
              <a:extLst>
                <a:ext uri="{FF2B5EF4-FFF2-40B4-BE49-F238E27FC236}">
                  <a16:creationId xmlns:a16="http://schemas.microsoft.com/office/drawing/2014/main" id="{5CD12D51-F9A8-4CC9-B9C9-206EAFD8C1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8">
              <a:extLst>
                <a:ext uri="{FF2B5EF4-FFF2-40B4-BE49-F238E27FC236}">
                  <a16:creationId xmlns:a16="http://schemas.microsoft.com/office/drawing/2014/main" id="{266B326C-1178-40F9-A265-6067D363B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9">
              <a:extLst>
                <a:ext uri="{FF2B5EF4-FFF2-40B4-BE49-F238E27FC236}">
                  <a16:creationId xmlns:a16="http://schemas.microsoft.com/office/drawing/2014/main" id="{12F3B319-F00B-4755-BC54-95511E21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20">
              <a:extLst>
                <a:ext uri="{FF2B5EF4-FFF2-40B4-BE49-F238E27FC236}">
                  <a16:creationId xmlns:a16="http://schemas.microsoft.com/office/drawing/2014/main" id="{3079D7BD-8A3F-47F6-8407-D9DA96FF35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21">
              <a:extLst>
                <a:ext uri="{FF2B5EF4-FFF2-40B4-BE49-F238E27FC236}">
                  <a16:creationId xmlns:a16="http://schemas.microsoft.com/office/drawing/2014/main" id="{1F97C31C-8585-43FB-924B-8ADD651233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22">
              <a:extLst>
                <a:ext uri="{FF2B5EF4-FFF2-40B4-BE49-F238E27FC236}">
                  <a16:creationId xmlns:a16="http://schemas.microsoft.com/office/drawing/2014/main" id="{A33E1C89-7E74-49BF-A5D1-9A352ED03E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0C4A17ED-96AA-44A6-A050-E1A7A1CDD9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131" name="Freeform 27">
              <a:extLst>
                <a:ext uri="{FF2B5EF4-FFF2-40B4-BE49-F238E27FC236}">
                  <a16:creationId xmlns:a16="http://schemas.microsoft.com/office/drawing/2014/main" id="{FBB2A87E-3E24-4A6F-9FD8-0F1436D4D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28">
              <a:extLst>
                <a:ext uri="{FF2B5EF4-FFF2-40B4-BE49-F238E27FC236}">
                  <a16:creationId xmlns:a16="http://schemas.microsoft.com/office/drawing/2014/main" id="{257F945B-2AA3-4328-BFF5-20DE6401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29">
              <a:extLst>
                <a:ext uri="{FF2B5EF4-FFF2-40B4-BE49-F238E27FC236}">
                  <a16:creationId xmlns:a16="http://schemas.microsoft.com/office/drawing/2014/main" id="{E1A7230F-6A6F-403C-9D83-7176E2852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30">
              <a:extLst>
                <a:ext uri="{FF2B5EF4-FFF2-40B4-BE49-F238E27FC236}">
                  <a16:creationId xmlns:a16="http://schemas.microsoft.com/office/drawing/2014/main" id="{E33E315A-9CB0-460E-A8B7-0A064BBFA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31">
              <a:extLst>
                <a:ext uri="{FF2B5EF4-FFF2-40B4-BE49-F238E27FC236}">
                  <a16:creationId xmlns:a16="http://schemas.microsoft.com/office/drawing/2014/main" id="{22CAAD33-CFAD-4E61-82AE-0C6F8385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32">
              <a:extLst>
                <a:ext uri="{FF2B5EF4-FFF2-40B4-BE49-F238E27FC236}">
                  <a16:creationId xmlns:a16="http://schemas.microsoft.com/office/drawing/2014/main" id="{1A20E13C-2540-4000-A13B-8F781100E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33">
              <a:extLst>
                <a:ext uri="{FF2B5EF4-FFF2-40B4-BE49-F238E27FC236}">
                  <a16:creationId xmlns:a16="http://schemas.microsoft.com/office/drawing/2014/main" id="{51EF0A01-E03D-448B-B12E-D5BFC6D0D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34">
              <a:extLst>
                <a:ext uri="{FF2B5EF4-FFF2-40B4-BE49-F238E27FC236}">
                  <a16:creationId xmlns:a16="http://schemas.microsoft.com/office/drawing/2014/main" id="{58286A03-168E-477B-8876-2C53E4950D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35">
              <a:extLst>
                <a:ext uri="{FF2B5EF4-FFF2-40B4-BE49-F238E27FC236}">
                  <a16:creationId xmlns:a16="http://schemas.microsoft.com/office/drawing/2014/main" id="{3DFFC705-1899-4E4C-AE76-F85BAF2F66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36">
              <a:extLst>
                <a:ext uri="{FF2B5EF4-FFF2-40B4-BE49-F238E27FC236}">
                  <a16:creationId xmlns:a16="http://schemas.microsoft.com/office/drawing/2014/main" id="{01C9598D-BDF6-4A24-83B6-4DCA4D134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37">
              <a:extLst>
                <a:ext uri="{FF2B5EF4-FFF2-40B4-BE49-F238E27FC236}">
                  <a16:creationId xmlns:a16="http://schemas.microsoft.com/office/drawing/2014/main" id="{950C8213-67CD-4DEF-AA44-8BB3101392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38">
              <a:extLst>
                <a:ext uri="{FF2B5EF4-FFF2-40B4-BE49-F238E27FC236}">
                  <a16:creationId xmlns:a16="http://schemas.microsoft.com/office/drawing/2014/main" id="{2016FE1D-E3EB-4CF6-809B-159872CC7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E6C63DC-BAE4-42B6-8FDF-F6467C2D2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6" name="Freeform 11">
            <a:extLst>
              <a:ext uri="{FF2B5EF4-FFF2-40B4-BE49-F238E27FC236}">
                <a16:creationId xmlns:a16="http://schemas.microsoft.com/office/drawing/2014/main" id="{BFE4781A-41C7-4F27-8792-A74EFB8E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66AFD431-09B7-42CA-BF39-9FE5DBE53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9711C96E-3D2D-48C8-AAB9-C1CB02D1D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accent1">
              <a:alpha val="30000"/>
            </a:schemeClr>
          </a:solidFill>
        </p:grpSpPr>
        <p:sp>
          <p:nvSpPr>
            <p:cNvPr id="151" name="Freeform 11">
              <a:extLst>
                <a:ext uri="{FF2B5EF4-FFF2-40B4-BE49-F238E27FC236}">
                  <a16:creationId xmlns:a16="http://schemas.microsoft.com/office/drawing/2014/main" id="{0D18AF42-7CD5-4754-91D4-1BE53B5D1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2">
              <a:extLst>
                <a:ext uri="{FF2B5EF4-FFF2-40B4-BE49-F238E27FC236}">
                  <a16:creationId xmlns:a16="http://schemas.microsoft.com/office/drawing/2014/main" id="{A28C8F1A-9407-4D67-8250-D8923BC6DD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3">
              <a:extLst>
                <a:ext uri="{FF2B5EF4-FFF2-40B4-BE49-F238E27FC236}">
                  <a16:creationId xmlns:a16="http://schemas.microsoft.com/office/drawing/2014/main" id="{5CE0A2B0-F7F1-442C-A287-CD6F729E28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4">
              <a:extLst>
                <a:ext uri="{FF2B5EF4-FFF2-40B4-BE49-F238E27FC236}">
                  <a16:creationId xmlns:a16="http://schemas.microsoft.com/office/drawing/2014/main" id="{9E69CFA3-AE12-4EAF-A3A1-564BEEFEF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">
              <a:extLst>
                <a:ext uri="{FF2B5EF4-FFF2-40B4-BE49-F238E27FC236}">
                  <a16:creationId xmlns:a16="http://schemas.microsoft.com/office/drawing/2014/main" id="{ECB64037-2AE8-4CA9-AD8E-7ACC8618F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6">
              <a:extLst>
                <a:ext uri="{FF2B5EF4-FFF2-40B4-BE49-F238E27FC236}">
                  <a16:creationId xmlns:a16="http://schemas.microsoft.com/office/drawing/2014/main" id="{8D319B10-EE8E-453F-A137-D7EEFA208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7">
              <a:extLst>
                <a:ext uri="{FF2B5EF4-FFF2-40B4-BE49-F238E27FC236}">
                  <a16:creationId xmlns:a16="http://schemas.microsoft.com/office/drawing/2014/main" id="{3283F486-509C-4A42-8EED-794A991D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8">
              <a:extLst>
                <a:ext uri="{FF2B5EF4-FFF2-40B4-BE49-F238E27FC236}">
                  <a16:creationId xmlns:a16="http://schemas.microsoft.com/office/drawing/2014/main" id="{EBBFBB12-E756-4386-9C17-CA5743838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9">
              <a:extLst>
                <a:ext uri="{FF2B5EF4-FFF2-40B4-BE49-F238E27FC236}">
                  <a16:creationId xmlns:a16="http://schemas.microsoft.com/office/drawing/2014/main" id="{7ADD0E7E-F4A6-4B3F-8A2F-BCBFAFBA2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20">
              <a:extLst>
                <a:ext uri="{FF2B5EF4-FFF2-40B4-BE49-F238E27FC236}">
                  <a16:creationId xmlns:a16="http://schemas.microsoft.com/office/drawing/2014/main" id="{C19FCFB7-5E71-4197-8EC7-2ACB6DB02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21">
              <a:extLst>
                <a:ext uri="{FF2B5EF4-FFF2-40B4-BE49-F238E27FC236}">
                  <a16:creationId xmlns:a16="http://schemas.microsoft.com/office/drawing/2014/main" id="{EAA533FE-4903-48DD-A921-421A9C44AF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22">
              <a:extLst>
                <a:ext uri="{FF2B5EF4-FFF2-40B4-BE49-F238E27FC236}">
                  <a16:creationId xmlns:a16="http://schemas.microsoft.com/office/drawing/2014/main" id="{54CC5D8E-0D6C-4021-B84E-5D6182C0E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BEBE261-3799-DA1A-1A5B-6DA3845DC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39756" y="1159566"/>
            <a:ext cx="3662939" cy="456826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dirty="0">
                <a:solidFill>
                  <a:schemeClr val="tx1"/>
                </a:solidFill>
              </a:rPr>
              <a:t>A Tale of Three Optimizers</a:t>
            </a:r>
          </a:p>
        </p:txBody>
      </p:sp>
      <p:sp>
        <p:nvSpPr>
          <p:cNvPr id="164" name="Freeform 6">
            <a:extLst>
              <a:ext uri="{FF2B5EF4-FFF2-40B4-BE49-F238E27FC236}">
                <a16:creationId xmlns:a16="http://schemas.microsoft.com/office/drawing/2014/main" id="{E7D63BAB-D0DB-4F66-92F9-4D2E0A2E5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643468"/>
            <a:ext cx="7560245" cy="5571066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214B3-8D4B-C27C-DEAF-5FCBB2A68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310" y="1286934"/>
            <a:ext cx="5292436" cy="428413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AIGC 5500 0NA | Advanced Deep Learning</a:t>
            </a:r>
          </a:p>
          <a:p>
            <a:pPr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Team: </a:t>
            </a:r>
            <a:r>
              <a:rPr lang="en-US" dirty="0" err="1">
                <a:solidFill>
                  <a:srgbClr val="FFFFFF"/>
                </a:solidFill>
              </a:rPr>
              <a:t>HawkAI</a:t>
            </a:r>
            <a:r>
              <a:rPr lang="en-US" dirty="0">
                <a:solidFill>
                  <a:srgbClr val="FFFFFF"/>
                </a:solidFill>
              </a:rPr>
              <a:t> Detection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Kevin Joseff Cabrera</a:t>
            </a: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Mohd Mujtaba </a:t>
            </a:r>
            <a:r>
              <a:rPr lang="en-US" dirty="0" err="1">
                <a:solidFill>
                  <a:srgbClr val="FFFFFF"/>
                </a:solidFill>
              </a:rPr>
              <a:t>Saighani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Thiago </a:t>
            </a:r>
            <a:r>
              <a:rPr lang="en-US" dirty="0" err="1">
                <a:solidFill>
                  <a:srgbClr val="FFFFFF"/>
                </a:solidFill>
              </a:rPr>
              <a:t>Segantini</a:t>
            </a:r>
            <a:r>
              <a:rPr lang="en-US" dirty="0">
                <a:solidFill>
                  <a:srgbClr val="FFFFFF"/>
                </a:solidFill>
              </a:rPr>
              <a:t> Nogueira</a:t>
            </a:r>
          </a:p>
          <a:p>
            <a:pPr lvl="1" algn="l">
              <a:buFont typeface="Wingdings 3" charset="2"/>
              <a:buChar char=""/>
            </a:pPr>
            <a:r>
              <a:rPr lang="en-US" dirty="0" err="1">
                <a:solidFill>
                  <a:srgbClr val="FFFFFF"/>
                </a:solidFill>
              </a:rPr>
              <a:t>Sayamon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Sittiprom</a:t>
            </a:r>
            <a:endParaRPr lang="en-US" dirty="0">
              <a:solidFill>
                <a:srgbClr val="FFFFFF"/>
              </a:solidFill>
            </a:endParaRPr>
          </a:p>
          <a:p>
            <a:pPr lvl="1" algn="l">
              <a:buFont typeface="Wingdings 3" charset="2"/>
              <a:buChar char=""/>
            </a:pPr>
            <a:r>
              <a:rPr lang="en-US" dirty="0">
                <a:solidFill>
                  <a:srgbClr val="FFFFFF"/>
                </a:solidFill>
              </a:rPr>
              <a:t>Yao-Fu Yang</a:t>
            </a:r>
          </a:p>
        </p:txBody>
      </p:sp>
    </p:spTree>
    <p:extLst>
      <p:ext uri="{BB962C8B-B14F-4D97-AF65-F5344CB8AC3E}">
        <p14:creationId xmlns:p14="http://schemas.microsoft.com/office/powerpoint/2010/main" val="19995109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215E-F2DA-9E83-A0F1-248CBD2F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A7ECC-DCCE-7FC5-552F-544D85F73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89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8DB7D-BABD-4305-E363-B36CA3BA0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5C85-DD63-C3E7-3E7A-883AE68F4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57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22C6-F4C7-DF7B-46FE-302147DE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6AB5A-28DB-1E22-7E0F-CB090D923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95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BEDD7-EF1E-1326-F6AA-C44E3892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D9930-5028-B259-C029-418590199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13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17DB-472F-8A7F-62DB-47405F87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AC0B-688D-BFAF-0E8C-00F21CEE2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12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1610-8135-452B-7329-45845B227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FFB56-CC09-E264-7779-B28BF4E04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289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B1-C463-054E-8429-BD4A7B419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 &amp;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2A3CE-0D11-5335-8C0A-EE11A2A2E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63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F9636-CCA1-BB83-C04D-21A3B9DE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0016E-DDD4-A19E-076E-8BB3344CD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426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7A964-4E2A-6126-DF8E-7BD45E01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30E8E-D06C-ADE7-9F42-AC79E9281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64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D5AD-EF12-3820-167E-7022D2CFC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72BB8-3739-5D14-1FA9-4B2D522D6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4160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</TotalTime>
  <Words>42</Words>
  <Application>Microsoft Macintosh PowerPoint</Application>
  <PresentationFormat>Widescreen</PresentationFormat>
  <Paragraphs>18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Wisp</vt:lpstr>
      <vt:lpstr>A Tale of Three Optimizers</vt:lpstr>
      <vt:lpstr>Introduction</vt:lpstr>
      <vt:lpstr>Dataset</vt:lpstr>
      <vt:lpstr>Model Architecture</vt:lpstr>
      <vt:lpstr>Optimizers</vt:lpstr>
      <vt:lpstr>Methodology</vt:lpstr>
      <vt:lpstr>Results</vt:lpstr>
      <vt:lpstr>Interpretation &amp; Discussion</vt:lpstr>
      <vt:lpstr>Conclusion</vt:lpstr>
      <vt:lpstr>References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Yao-Fu Yang</dc:creator>
  <cp:lastModifiedBy>Yao-Fu Yang</cp:lastModifiedBy>
  <cp:revision>1</cp:revision>
  <dcterms:created xsi:type="dcterms:W3CDTF">2026-06-21T00:23:36Z</dcterms:created>
  <dcterms:modified xsi:type="dcterms:W3CDTF">2026-06-21T00:34:35Z</dcterms:modified>
</cp:coreProperties>
</file>